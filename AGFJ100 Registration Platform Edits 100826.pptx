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60F50F38.xml" ContentType="application/vnd.ms-powerpoint.comments+xml"/>
  <Override PartName="/ppt/comments/modernComment_102_FA293D8E.xml" ContentType="application/vnd.ms-powerpoint.comments+xml"/>
  <Override PartName="/ppt/comments/modernComment_10A_B716615D.xml" ContentType="application/vnd.ms-powerpoint.comments+xml"/>
  <Override PartName="/ppt/comments/modernComment_104_CAF89D4F.xml" ContentType="application/vnd.ms-powerpoint.comments+xml"/>
  <Override PartName="/ppt/comments/modernComment_105_F521EE98.xml" ContentType="application/vnd.ms-powerpoint.comments+xml"/>
  <Override PartName="/ppt/comments/modernComment_106_583E097B.xml" ContentType="application/vnd.ms-powerpoint.comments+xml"/>
  <Override PartName="/ppt/comments/modernComment_107_A9579DB0.xml" ContentType="application/vnd.ms-powerpoint.comments+xml"/>
  <Override PartName="/ppt/comments/modernComment_108_ABDEB17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3" r:id="rId9"/>
    <p:sldId id="267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4224DFF-11D1-8DA9-4284-D43094CCDDD0}" name="Seruvatu, Sera Cawanibuka" initials="SS" userId="S::skser243@marriott.com::326ec6e7-c571-4e36-932f-e0fb245ea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modernComment_10A_B716615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054DAD-BCC8-4587-ADBC-7A3C3E98A85B}" authorId="{24224DFF-11D1-8DA9-4284-D43094CCDDD0}" created="2026-08-09T13:59:04.208">
    <pc:sldMkLst xmlns:pc="http://schemas.microsoft.com/office/powerpoint/2013/main/command">
      <pc:docMk/>
      <pc:sldMk cId="3071697245" sldId="266"/>
    </pc:sldMkLst>
    <p188:replyLst>
      <p188:reply id="{8E71CE52-E63F-47CC-B375-E97AF8115767}" authorId="{24224DFF-11D1-8DA9-4284-D43094CCDDD0}" created="2026-08-09T13:59:32.357">
        <p188:txBody>
          <a:bodyPr/>
          <a:lstStyle/>
          <a:p>
            <a:r>
              <a:rPr lang="en-US"/>
              <a:t>Also pls correct any part that’s incorrect. </a:t>
            </a:r>
          </a:p>
        </p188:txBody>
      </p188:reply>
    </p188:replyLst>
    <p188:txBody>
      <a:bodyPr/>
      <a:lstStyle/>
      <a:p>
        <a:r>
          <a:rPr lang="en-US"/>
          <a:t>Ani - you have the final program for Sun? Is it morning service at Churchill or church at at any West based Church and then celebration in the evening? </a:t>
        </a:r>
      </a:p>
    </p188:txBody>
  </p188:cm>
</p188:cmLst>
</file>

<file path=ppt/comments/modernComment_101_60F50F3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30DB3AA-755B-4015-8556-B70F3EDA0A6F}" authorId="{24224DFF-11D1-8DA9-4284-D43094CCDDD0}" created="2026-08-09T13:16:06.176">
    <pc:sldMkLst xmlns:pc="http://schemas.microsoft.com/office/powerpoint/2013/main/command">
      <pc:docMk/>
      <pc:sldMk cId="1626672952" sldId="257"/>
    </pc:sldMkLst>
    <p188:txBody>
      <a:bodyPr/>
      <a:lstStyle/>
      <a:p>
        <a:r>
          <a:rPr lang="en-US"/>
          <a:t>Can remove logo in top LH corner. 
AGFJ centered : ok
In white font, AOGFiji can be removed and just have 100th Anniversary Celebration below the logo AGFJ 
Above is to allow texts to breathe &amp; avoid repetition</a:t>
        </a:r>
      </a:p>
    </p188:txBody>
  </p188:cm>
</p188:cmLst>
</file>

<file path=ppt/comments/modernComment_102_FA293D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452CF1-B946-4490-9333-EDB65402E5EC}" authorId="{24224DFF-11D1-8DA9-4284-D43094CCDDD0}" created="2026-08-09T13:22:23.062">
    <pc:sldMkLst xmlns:pc="http://schemas.microsoft.com/office/powerpoint/2013/main/command">
      <pc:docMk/>
      <pc:sldMk cId="4197006734" sldId="258"/>
    </pc:sldMkLst>
    <p188:txBody>
      <a:bodyPr/>
      <a:lstStyle/>
      <a:p>
        <a:r>
          <a:rPr lang="en-US"/>
          <a:t>Consistent layout for venues : 
Mount Zion Cathedral : Adults 
Saru, Lautoka 
Churchill Park : Next Gen/Youths 
Lautoka City 
Churchill Park : Nex Gen Kids 
Lautoka City 
Age groups to be revised :
5yrs - 10yrs 
11yrs - 14yrs 
** Please re-check numbers to match latest update
Event Details : 
Mon, 7 Dec - Fri, 11 Dec, 2026
9.00am - 1pm 
Lautoka 
Check number for seats available
</a:t>
        </a:r>
      </a:p>
    </p188:txBody>
  </p188:cm>
  <p188:cm id="{DCFB4E29-5A1A-41BF-9120-394681A1BA4C}" authorId="{24224DFF-11D1-8DA9-4284-D43094CCDDD0}" created="2026-08-09T13:49:58.117">
    <pc:sldMkLst xmlns:pc="http://schemas.microsoft.com/office/powerpoint/2013/main/command">
      <pc:docMk/>
      <pc:sldMk cId="4197006734" sldId="258"/>
    </pc:sldMkLst>
    <p188:txBody>
      <a:bodyPr/>
      <a:lstStyle/>
      <a:p>
        <a:r>
          <a:rPr lang="en-US"/>
          <a:t>Recommend for Event details : grid is provided for easy reference. Refer to next slide</a:t>
        </a:r>
      </a:p>
    </p188:txBody>
  </p188:cm>
</p188:cmLst>
</file>

<file path=ppt/comments/modernComment_104_CAF89D4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F6894E-28D5-44AC-A046-2C51ECBAE8EE}" authorId="{24224DFF-11D1-8DA9-4284-D43094CCDDD0}" created="2026-08-09T13:42:08.386">
    <pc:sldMkLst xmlns:pc="http://schemas.microsoft.com/office/powerpoint/2013/main/command">
      <pc:docMk/>
      <pc:sldMk cId="3405290831" sldId="260"/>
    </pc:sldMkLst>
    <p188:txBody>
      <a:bodyPr/>
      <a:lstStyle/>
      <a:p>
        <a:r>
          <a:rPr lang="en-US"/>
          <a:t>Choose one treatment for back to main event page</a:t>
        </a:r>
      </a:p>
    </p188:txBody>
  </p188:cm>
</p188:cmLst>
</file>

<file path=ppt/comments/modernComment_105_F521EE9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962E64D-F627-4184-B224-37BF9838D52B}" authorId="{24224DFF-11D1-8DA9-4284-D43094CCDDD0}" created="2026-08-09T13:43:05.137">
    <pc:sldMkLst xmlns:pc="http://schemas.microsoft.com/office/powerpoint/2013/main/command">
      <pc:docMk/>
      <pc:sldMk cId="4112641688" sldId="261"/>
    </pc:sldMkLst>
    <p188:txBody>
      <a:bodyPr/>
      <a:lstStyle/>
      <a:p>
        <a:r>
          <a:rPr lang="en-US"/>
          <a:t>Alternative treatment to current page content. Copy is updated 
</a:t>
        </a:r>
      </a:p>
    </p188:txBody>
  </p188:cm>
  <p188:cm id="{6179AF83-A90A-41DE-A56E-81612EC4354F}" authorId="{24224DFF-11D1-8DA9-4284-D43094CCDDD0}" created="2026-08-09T13:47:32.180">
    <pc:sldMkLst xmlns:pc="http://schemas.microsoft.com/office/powerpoint/2013/main/command">
      <pc:docMk/>
      <pc:sldMk cId="4112641688" sldId="261"/>
    </pc:sldMkLst>
    <p188:replyLst>
      <p188:reply id="{12B41657-43B8-43C6-BAB1-0554429A1383}" authorId="{24224DFF-11D1-8DA9-4284-D43094CCDDD0}" created="2026-08-09T14:29:34.085">
        <p188:txBody>
          <a:bodyPr/>
          <a:lstStyle/>
          <a:p>
            <a:r>
              <a:rPr lang="en-US"/>
              <a:t>Category 3, there should be an option to indicate which country delegate is from (Pacific + international) - international drop-down option - is this possible or add complication? Would be good for trace on reports on numbers &amp; database purposes</a:t>
            </a:r>
          </a:p>
        </p188:txBody>
      </p188:reply>
    </p188:replyLst>
    <p188:txBody>
      <a:bodyPr/>
      <a:lstStyle/>
      <a:p>
        <a:r>
          <a:rPr lang="en-US"/>
          <a:t>Registration options:
Category 1 : AG Fiji Church : OK 
Category 2: Individuals : 
Includes local participants that may not attend an AOG church
Category 3: Overseas &amp; Regional (Pacific Islands) delegates 
Ani - best to separate overseas for DB sakes
</a:t>
        </a:r>
      </a:p>
    </p188:txBody>
  </p188:cm>
</p188:cmLst>
</file>

<file path=ppt/comments/modernComment_106_583E097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CD197E-70CC-4A5F-9D89-1A7402A48ABC}" authorId="{24224DFF-11D1-8DA9-4284-D43094CCDDD0}" created="2026-08-09T14:23:25.02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480460667" sldId="262"/>
      <ac:picMk id="3" creationId="{FE624F3C-5229-3CFC-454B-9DB9D6CB4534}"/>
    </ac:deMkLst>
    <p188:txBody>
      <a:bodyPr/>
      <a:lstStyle/>
      <a:p>
        <a:r>
          <a:rPr lang="en-US"/>
          <a:t>Choose 1 option for back as don’t want to confuse/frustrate user - preference is back takes 1 page back; and back to event to use top RH corner</a:t>
        </a:r>
      </a:p>
    </p188:txBody>
  </p188:cm>
</p188:cmLst>
</file>

<file path=ppt/comments/modernComment_107_A9579DB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3D33BC8-9569-4B39-BA6C-E8CADEFD28BD}" authorId="{24224DFF-11D1-8DA9-4284-D43094CCDDD0}" created="2026-08-09T14:26:52.901">
    <pc:sldMkLst xmlns:pc="http://schemas.microsoft.com/office/powerpoint/2013/main/command">
      <pc:docMk/>
      <pc:sldMk cId="2841091504" sldId="263"/>
    </pc:sldMkLst>
    <p188:txBody>
      <a:bodyPr/>
      <a:lstStyle/>
      <a:p>
        <a:r>
          <a:rPr lang="en-US"/>
          <a:t>Age group specs needs to be updated : 5-10yrs; 11-14yrs</a:t>
        </a:r>
      </a:p>
    </p188:txBody>
  </p188:cm>
</p188:cmLst>
</file>

<file path=ppt/comments/modernComment_108_ABDEB1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50E104B-A5E9-4844-849D-94201D1841E3}" authorId="{24224DFF-11D1-8DA9-4284-D43094CCDDD0}" created="2026-08-09T14:34:55.581">
    <pc:sldMkLst xmlns:pc="http://schemas.microsoft.com/office/powerpoint/2013/main/command">
      <pc:docMk/>
      <pc:sldMk cId="2883498367" sldId="264"/>
    </pc:sldMkLst>
    <p188:txBody>
      <a:bodyPr/>
      <a:lstStyle/>
      <a:p>
        <a:r>
          <a:rPr lang="en-US"/>
          <a:t>Ani - please update on main page to reflect new dates &amp; Lautoka 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C802C-C116-0045-37CB-02E706B25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24059-D49A-FB98-CC8C-6CCD088F6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53BD5-2945-9EE5-04C2-8FBEBEA04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B3D8-3C8C-47AA-A7C9-C023B2F56B5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E2C77-7FEA-60E0-C5F6-F20F40B53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38447-BAAB-F09C-DFCB-9C94ECB5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28-F0EB-4543-9B66-39CFAE280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5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7CCCD-3733-E100-FA3E-A9BDC8C4D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C44B6-6F20-01DF-9FEA-369191265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E56B7-87B4-DA2A-1DE2-5D3B02E61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B3D8-3C8C-47AA-A7C9-C023B2F56B5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A4CA7-D3A8-1049-0FA4-1B51C33ED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65B61-A5C1-C133-09AA-C75CD942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28-F0EB-4543-9B66-39CFAE280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07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5D6C-18C9-F3BA-E255-F3B4B82D4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BD9A7-CC61-8938-28D8-DAC230A3E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82F93-A27B-5A1D-CCDD-B35C0463B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B3D8-3C8C-47AA-A7C9-C023B2F56B5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B40DA-BC76-4468-70E0-2885772CC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9C3DD-30A2-2D70-07A1-9AC25D73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28-F0EB-4543-9B66-39CFAE280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80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000A4-9AC7-B183-42F2-8232548A5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E582C-C2F2-D97C-2D86-F81407C35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F91B32-F476-2DCE-DF11-E24D62098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E9EF3-3297-75E6-ED02-3A3B0E5F2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B3D8-3C8C-47AA-A7C9-C023B2F56B5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8F3A1F-D345-CEEC-F777-79791995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920A9-E7FC-DBDE-A99A-7A25CFA02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28-F0EB-4543-9B66-39CFAE280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78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FB670-7080-C03E-C493-0BE0FEA48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26BB3-A62E-BE36-EDA8-156620602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9EA11-17B8-C1F6-1E5B-D81AC7528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F207B-E0C1-BF9C-F49E-E05ED21ED9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826E01-7926-3AED-E643-689E05B9B7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89D665-5F2E-7858-F94F-51F624394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B3D8-3C8C-47AA-A7C9-C023B2F56B5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9113BD-3D2F-F5E8-B3FB-097607C4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D09CD3-880E-C06F-E4A3-F47BB9DC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28-F0EB-4543-9B66-39CFAE280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58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96EBF-A763-9896-3259-EB1E45A64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2A9621-BFCF-CE81-707E-2155572E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B3D8-3C8C-47AA-A7C9-C023B2F56B5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D7C008-0C4D-117E-2CD3-901BB53A1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B1E1F-5180-FBF6-A6CF-C1A62C674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28-F0EB-4543-9B66-39CFAE280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67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AD062-9D74-FD71-6196-1F1F57BF1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B3D8-3C8C-47AA-A7C9-C023B2F56B5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8B91B3-CF1D-56B3-BC23-77BFEA4D2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D8F25-7AC2-BEEE-21FB-CFE239724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28-F0EB-4543-9B66-39CFAE280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89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6130-8A95-C660-0DD4-3C8B6893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BF1F9-D717-C88D-89C5-BA1A459DE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961E9-7A4C-A214-EF09-5BFBB8A6E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30E35-2D1A-D564-A56B-F5C3FA7CB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B3D8-3C8C-47AA-A7C9-C023B2F56B5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7257F-B127-B8ED-3ADD-7EB1D7B55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C2F3D-F0C8-9FC7-0CA3-B976DFB9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28-F0EB-4543-9B66-39CFAE280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62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3AD58-A827-4767-E434-2143BB73C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F304E9-BA04-8AEB-712A-EAC2433620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402350-58EE-3FC8-E775-FC7AAB04D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0B533-1B06-365C-19BA-C639B08E8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B3D8-3C8C-47AA-A7C9-C023B2F56B5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92008-AE32-6134-EF80-266FFE2B0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46198-1ACB-1DA1-3104-053ADAFF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28-F0EB-4543-9B66-39CFAE280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24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F2016-0671-C991-DA62-544EB9FC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EF295-E678-D606-84CF-304A8C49C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8C19C-B83C-654D-DE7E-27B535A09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B3D8-3C8C-47AA-A7C9-C023B2F56B5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F5510-F907-D303-1595-2B8CA236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5B93F-F1E3-E716-3250-77C2DABE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28-F0EB-4543-9B66-39CFAE280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24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14742-A8DF-78B7-5D6B-0C4F07404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EEB5CB-BD88-DA6D-20BF-F4776EBD6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2256D-BD7D-A3F3-9D89-23962C16C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B3D8-3C8C-47AA-A7C9-C023B2F56B5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03FDC-85D8-83AE-B58F-B2BF45EE0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E5C32-4B25-ED67-C80C-3050A2C3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28-F0EB-4543-9B66-39CFAE280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70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268C41-D006-2269-1B3A-8E70FA32D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3413D-6F37-CAB1-19B9-3F50F9EE0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4B1FF-8409-ED8D-5A94-55915547A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CFB3D8-3C8C-47AA-A7C9-C023B2F56B5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9C336-0BFB-1D11-3044-BDB8CC4AA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038D3-BC07-1929-118C-BDB637749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BCAA28-F0EB-4543-9B66-39CFAE280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69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1_60F50F38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2_FA293D8E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agfijievents@gmail.com" TargetMode="External"/><Relationship Id="rId2" Type="http://schemas.microsoft.com/office/2018/10/relationships/comments" Target="../comments/modernComment_10A_B716615D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4_CAF89D4F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105_F521EE9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hyperlink" Target="mailto:100@agfiji.org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106_583E097B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107_A9579DB0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08_ABDEB17F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9ECCF-1D26-5853-A739-81BE8334F0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AGFJ100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BCF23-7FE3-8897-712D-649F439251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REGISTRATION PLATFORM EDITS </a:t>
            </a:r>
          </a:p>
        </p:txBody>
      </p:sp>
    </p:spTree>
    <p:extLst>
      <p:ext uri="{BB962C8B-B14F-4D97-AF65-F5344CB8AC3E}">
        <p14:creationId xmlns:p14="http://schemas.microsoft.com/office/powerpoint/2010/main" val="3397526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ED944B-C1BC-0BF8-D2F5-C5D8332DD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4112" y="1142969"/>
            <a:ext cx="12192000" cy="525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6729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587F3-3EF5-7CAE-F9E9-1BE7C090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712BCE-D410-62D1-B804-1E5011D4A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975359"/>
            <a:ext cx="10905066" cy="490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067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03798-36C7-5857-991F-4AF6947D9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Recommend event details grid – to be included in previous slide to replace current event details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C0BCE9-43B2-54D9-8849-7E5B0BD976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775203"/>
              </p:ext>
            </p:extLst>
          </p:nvPr>
        </p:nvGraphicFramePr>
        <p:xfrm>
          <a:off x="243840" y="1774825"/>
          <a:ext cx="1174495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507">
                  <a:extLst>
                    <a:ext uri="{9D8B030D-6E8A-4147-A177-3AD203B41FA5}">
                      <a16:colId xmlns:a16="http://schemas.microsoft.com/office/drawing/2014/main" val="3983187132"/>
                    </a:ext>
                  </a:extLst>
                </a:gridCol>
                <a:gridCol w="2394363">
                  <a:extLst>
                    <a:ext uri="{9D8B030D-6E8A-4147-A177-3AD203B41FA5}">
                      <a16:colId xmlns:a16="http://schemas.microsoft.com/office/drawing/2014/main" val="203226709"/>
                    </a:ext>
                  </a:extLst>
                </a:gridCol>
                <a:gridCol w="2394363">
                  <a:extLst>
                    <a:ext uri="{9D8B030D-6E8A-4147-A177-3AD203B41FA5}">
                      <a16:colId xmlns:a16="http://schemas.microsoft.com/office/drawing/2014/main" val="1652214586"/>
                    </a:ext>
                  </a:extLst>
                </a:gridCol>
                <a:gridCol w="2102288">
                  <a:extLst>
                    <a:ext uri="{9D8B030D-6E8A-4147-A177-3AD203B41FA5}">
                      <a16:colId xmlns:a16="http://schemas.microsoft.com/office/drawing/2014/main" val="3111125593"/>
                    </a:ext>
                  </a:extLst>
                </a:gridCol>
                <a:gridCol w="2686438">
                  <a:extLst>
                    <a:ext uri="{9D8B030D-6E8A-4147-A177-3AD203B41FA5}">
                      <a16:colId xmlns:a16="http://schemas.microsoft.com/office/drawing/2014/main" val="1630695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Evening Rally : </a:t>
                      </a:r>
                    </a:p>
                    <a:p>
                      <a:r>
                        <a:rPr lang="en-US" dirty="0"/>
                        <a:t>Churchill Park, Lautoka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372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Mon, 7 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Mount Zion Cathedral, Saru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9am – 1pm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From 6pm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1609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l"/>
                      <a:endParaRPr lang="en-US" dirty="0"/>
                    </a:p>
                    <a:p>
                      <a:pPr algn="l"/>
                      <a:r>
                        <a:rPr lang="en-US" dirty="0"/>
                        <a:t>Tues, 8 Dec to </a:t>
                      </a:r>
                    </a:p>
                    <a:p>
                      <a:pPr algn="l"/>
                      <a:r>
                        <a:rPr lang="en-US" dirty="0"/>
                        <a:t>Fri, 11 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Mount Zion Cathedral, Saru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9am – 1pm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From 6pm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63064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Churchill Park, Lautoka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 Gen/Youths</a:t>
                      </a:r>
                    </a:p>
                    <a:p>
                      <a:r>
                        <a:rPr lang="en-US" dirty="0"/>
                        <a:t>Next Gen Kids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9am – 1pm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From 6pm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60134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Sat, 12 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Churchill Park, </a:t>
                      </a:r>
                    </a:p>
                    <a:p>
                      <a:r>
                        <a:rPr lang="en-US" dirty="0"/>
                        <a:t>Lautoka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 Gen/Youths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9am – 1pm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Service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8691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Sheraton Fiji Golf &amp; Beach Resort, Denarau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Centennial Dinner Celebrations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5.30pm – 10.00pm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 : </a:t>
                      </a:r>
                      <a:r>
                        <a:rPr lang="en-US" dirty="0">
                          <a:hlinkClick r:id="rId3"/>
                        </a:rPr>
                        <a:t>agfijievents@gmail.com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777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Sun, 13 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Churchill Park, Lautoka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From 6pm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11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169724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3B87-7AFD-19A1-E92B-C05A0D382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B05BE7-0EF9-6814-6203-372F89811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6532"/>
            <a:ext cx="12192000" cy="608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29083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42427A-534E-69BD-6F23-897909436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43" y="268721"/>
            <a:ext cx="1607959" cy="693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B286D8-C3A6-98FC-EED1-ECF9BE287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99" y="386841"/>
            <a:ext cx="3194027" cy="4239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FAF599-0D18-6CB2-8C29-A98C77DE4CBA}"/>
              </a:ext>
            </a:extLst>
          </p:cNvPr>
          <p:cNvSpPr txBox="1"/>
          <p:nvPr/>
        </p:nvSpPr>
        <p:spPr>
          <a:xfrm>
            <a:off x="490025" y="1208180"/>
            <a:ext cx="110236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R E G I S T R A T I O N </a:t>
            </a:r>
          </a:p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n-US" dirty="0"/>
              <a:t>ASSEMBLIES OF GOD, FIJI </a:t>
            </a:r>
          </a:p>
          <a:p>
            <a:pPr algn="ctr"/>
            <a:r>
              <a:rPr lang="en-US" dirty="0"/>
              <a:t>100</a:t>
            </a:r>
            <a:r>
              <a:rPr lang="en-US" baseline="30000" dirty="0"/>
              <a:t>TH</a:t>
            </a:r>
            <a:r>
              <a:rPr lang="en-US" dirty="0"/>
              <a:t> ANNIVERSARY CELEBRATION 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 E L C O M E</a:t>
            </a:r>
          </a:p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n-US" dirty="0"/>
              <a:t>A week-long celebration of God’s faithfulness over the century and what he will be continue to do in the </a:t>
            </a:r>
          </a:p>
          <a:p>
            <a:pPr algn="ctr"/>
            <a:r>
              <a:rPr lang="en-US" dirty="0"/>
              <a:t>AOG Fellowship in Fiji. </a:t>
            </a:r>
          </a:p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n-US" dirty="0"/>
              <a:t>(Pin Icon) : Lautoka   (Calendar icon) : 7 – 13 December, 2026</a:t>
            </a:r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200" dirty="0"/>
              <a:t>Note: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 This platform registers participation for daily sessions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Choose any category below.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For assistance, if none of the categories  apply for you, please email </a:t>
            </a:r>
            <a:r>
              <a:rPr lang="en-US" sz="1200" dirty="0">
                <a:hlinkClick r:id="rId5"/>
              </a:rPr>
              <a:t>100@agfiji.org</a:t>
            </a:r>
            <a:r>
              <a:rPr lang="en-US" sz="1200" dirty="0"/>
              <a:t> for assistance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001F-5F9F-F4A1-E726-5555E506F6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2212" y="4405175"/>
            <a:ext cx="8855207" cy="15012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55F80A-EC99-7201-E8A0-E5F4716A430E}"/>
              </a:ext>
            </a:extLst>
          </p:cNvPr>
          <p:cNvSpPr txBox="1"/>
          <p:nvPr/>
        </p:nvSpPr>
        <p:spPr>
          <a:xfrm>
            <a:off x="2448910" y="244071"/>
            <a:ext cx="4971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Updated sample copy + treatment of opening registration page</a:t>
            </a:r>
          </a:p>
        </p:txBody>
      </p:sp>
    </p:spTree>
    <p:extLst>
      <p:ext uri="{BB962C8B-B14F-4D97-AF65-F5344CB8AC3E}">
        <p14:creationId xmlns:p14="http://schemas.microsoft.com/office/powerpoint/2010/main" val="41126416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E589E-A27F-A1D6-7203-B24BE5F0F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624F3C-5229-3CFC-454B-9DB9D6CB4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6" y="590304"/>
            <a:ext cx="12093988" cy="567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46066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19CA3-D38B-EF69-CA77-597B68C97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3049F9-A661-EE8A-CCDB-37E96440A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655" y="1344749"/>
            <a:ext cx="9106689" cy="41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0915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D37BB-9F5C-F39B-7973-2647AB8DB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AOGFIJI EVENT PAGE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30F11-C6A4-B2B7-76B9-263DC97C0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46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4179A-72A0-E1D3-F2C0-9FFBF4E94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B512FF-1B44-8E87-5CAC-50863CDF3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007" y="1116129"/>
            <a:ext cx="3977985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49836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87E1B-C1A5-2E9A-B13A-6B3FBA557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331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246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AGFJ100 </vt:lpstr>
      <vt:lpstr>PowerPoint Presentation</vt:lpstr>
      <vt:lpstr>PowerPoint Presentation</vt:lpstr>
      <vt:lpstr>Recommend event details grid – to be included in previous slide to replace current event details</vt:lpstr>
      <vt:lpstr>PowerPoint Presentation</vt:lpstr>
      <vt:lpstr>PowerPoint Presentation</vt:lpstr>
      <vt:lpstr>PowerPoint Presentation</vt:lpstr>
      <vt:lpstr>PowerPoint Presentation</vt:lpstr>
      <vt:lpstr>AOGFIJI EVENT PAGE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Seruvatu, Sera Cawanibuka</dc:creator>
  <cp:lastModifiedBy>Seruvatu, Sera Cawanibuka</cp:lastModifiedBy>
  <cp:revision>4</cp:revision>
  <dcterms:created xsi:type="dcterms:W3CDTF">2026-08-09T13:14:22Z</dcterms:created>
  <dcterms:modified xsi:type="dcterms:W3CDTF">2026-08-09T14:39:27Z</dcterms:modified>
</cp:coreProperties>
</file>